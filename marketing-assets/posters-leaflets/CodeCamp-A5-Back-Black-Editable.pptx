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b8e6d7497d4ea5" /><Relationship Type="http://schemas.openxmlformats.org/officeDocument/2006/relationships/extended-properties" Target="/docProps/app.xml" Id="R0535551a316a4928" /><Relationship Type="http://schemas.openxmlformats.org/officeDocument/2006/relationships/officeDocument" Target="/ppt/presentation.xml" Id="Ra2eaa06e76574a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d5219ca53346ff"/>
  </p:sldMasterIdLst>
  <p:notesMasterIdLst>
    <p:notesMasterId xmlns:r="http://schemas.openxmlformats.org/officeDocument/2006/relationships" r:id="R2ec615a47f304c88"/>
  </p:notesMasterIdLst>
  <p:sldIdLst>
    <p:sldId xmlns:r="http://schemas.openxmlformats.org/officeDocument/2006/relationships" id="256" r:id="R65e22cb652164636"/>
  </p:sldIdLst>
  <p:sldSz cx="5328000" cy="756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5f7f9f9adb4e61" /><Relationship Type="http://schemas.openxmlformats.org/officeDocument/2006/relationships/slideMaster" Target="/ppt/slideMasters/slideMaster1.xml" Id="R43d5219ca53346ff" /><Relationship Type="http://schemas.openxmlformats.org/officeDocument/2006/relationships/notesMaster" Target="/ppt/notesMasters/notesMaster1.xml" Id="R2ec615a47f304c88" /><Relationship Type="http://schemas.openxmlformats.org/officeDocument/2006/relationships/presProps" Target="/ppt/presProps.xml" Id="R9c324b0b65934c47" /><Relationship Type="http://schemas.openxmlformats.org/officeDocument/2006/relationships/tableStyles" Target="/ppt/tableStyles.xml" Id="Rc345636d823f477f" /><Relationship Type="http://schemas.openxmlformats.org/officeDocument/2006/relationships/slide" Target="/ppt/slides/slide1.xml" Id="R65e22cb6521646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ed9ba6cfe240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0d1def929942d3" /><Relationship Type="http://schemas.openxmlformats.org/officeDocument/2006/relationships/notesMaster" Target="/ppt/notesMasters/notesMaster1.xml" Id="Ra6319a478c544f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the user-supplied design reference. All text and panel boxes are editable. Decorative illustrations are cropped image assets. QR code links to https://codecamp-kcl.pages.dev. A5 portrait, 148 x 210 mm.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3d3caded941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501c5ae95a455a" /><Relationship Type="http://schemas.openxmlformats.org/officeDocument/2006/relationships/slideLayout" Target="/ppt/slideLayouts/slideLayout1.xml" Id="R5078d81b4bab4e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78d81b4bab4e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a666772e84ef5" /><Relationship Type="http://schemas.openxmlformats.org/officeDocument/2006/relationships/image" Target="/ppt/media/image.png" Id="R78c75d6105554e7f" /><Relationship Type="http://schemas.openxmlformats.org/officeDocument/2006/relationships/image" Target="/ppt/media/image2.png" Id="R6099bb6474d74ee3" /><Relationship Type="http://schemas.openxmlformats.org/officeDocument/2006/relationships/image" Target="/ppt/media/image3.png" Id="R1933a3d58b824741" /><Relationship Type="http://schemas.openxmlformats.org/officeDocument/2006/relationships/image" Target="/ppt/media/image4.png" Id="R171331ae2f9d4bae" /><Relationship Type="http://schemas.openxmlformats.org/officeDocument/2006/relationships/image" Target="/ppt/media/image5.png" Id="R27fe96398935417c" /><Relationship Type="http://schemas.openxmlformats.org/officeDocument/2006/relationships/image" Target="/ppt/media/image6.png" Id="R7427f7c246064a02" /><Relationship Type="http://schemas.openxmlformats.org/officeDocument/2006/relationships/notesSlide" Target="/ppt/notesSlides/notesSlide1.xml" Id="R18599650cd1145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75d6105554e7f"/>
          <a:stretch xmlns:a="http://schemas.openxmlformats.org/drawingml/2006/main"/>
        </p:blipFill>
        <p:spPr>
          <a:xfrm xmlns:a="http://schemas.openxmlformats.org/drawingml/2006/main">
            <a:off x="216000" y="186574"/>
            <a:ext cx="612000" cy="52685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9bb6474d74ee3"/>
          <a:stretch xmlns:a="http://schemas.openxmlformats.org/drawingml/2006/main"/>
        </p:blipFill>
        <p:spPr>
          <a:xfrm xmlns:a="http://schemas.openxmlformats.org/drawingml/2006/main">
            <a:off x="3924000" y="153074"/>
            <a:ext cx="1224000" cy="77385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E5ECD-F969-4BDC-9103-8B61E376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00" y="1080000"/>
            <a:ext cx="4824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BDB"/>
          </a:solidFill>
          <a:ln xmlns:a="http://schemas.openxmlformats.org/drawingml/2006/main" w="23400">
            <a:solidFill>
              <a:srgbClr val="00000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1D919-BC1A-4CC4-B253-A9C36FA7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792000"/>
            <a:ext cx="2916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EC7"/>
          </a:solidFill>
          <a:ln xmlns:a="http://schemas.openxmlformats.org/drawingml/2006/main" w="23400">
            <a:solidFill>
              <a:srgbClr val="00000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26222-B9CE-482B-B765-95625589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828000"/>
            <a:ext cx="2772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59" b="1">
                <a:solidFill>
                  <a:srgbClr val="000000"/>
                </a:solidFill>
                <a:latin typeface="W95FA"/>
                <a:ea typeface="W95FA"/>
                <a:cs typeface="W95FA"/>
              </a:defRPr>
            </a:pPr>
            <a:r>
              <a:rPr sz="1559" b="1">
                <a:solidFill>
                  <a:srgbClr val="000000"/>
                </a:solidFill>
                <a:latin typeface="W95FA"/>
                <a:ea typeface="W95FA"/>
                <a:cs typeface="W95FA"/>
              </a:rPr>
              <a:t>What is CodeCamp?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39429-3ECB-44ED-804C-3559C325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00" y="1332000"/>
            <a:ext cx="3816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49" b="0">
                <a:solidFill>
                  <a:srgbClr val="000000"/>
                </a:solidFill>
                <a:latin typeface="W95FA"/>
                <a:ea typeface="W95FA"/>
                <a:cs typeface="W95FA"/>
              </a:defRPr>
            </a:pPr>
            <a:r>
              <a:rPr sz="1049" b="0">
                <a:solidFill>
                  <a:srgbClr val="000000"/>
                </a:solidFill>
                <a:latin typeface="W95FA"/>
                <a:ea typeface="W95FA"/>
                <a:cs typeface="W95FA"/>
              </a:rPr>
              <a:t>CodeCamp is a free 5-week practical Python programme</a:t>
            </a:r>
          </a:p>
          <a:p xmlns:a="http://schemas.openxmlformats.org/drawingml/2006/main">
            <a:pPr>
              <a:defRPr sz="1049" b="0">
                <a:solidFill>
                  <a:srgbClr val="000000"/>
                </a:solidFill>
                <a:latin typeface="W95FA"/>
                <a:ea typeface="W95FA"/>
                <a:cs typeface="W95FA"/>
              </a:defRPr>
            </a:pPr>
            <a:r>
              <a:rPr sz="1049" b="0">
                <a:solidFill>
                  <a:srgbClr val="000000"/>
                </a:solidFill>
                <a:latin typeface="W95FA"/>
                <a:ea typeface="W95FA"/>
                <a:cs typeface="W95FA"/>
              </a:rPr>
              <a:t>designed to help STEM students build confidence in</a:t>
            </a:r>
          </a:p>
          <a:p xmlns:a="http://schemas.openxmlformats.org/drawingml/2006/main">
            <a:pPr>
              <a:defRPr sz="1049" b="0">
                <a:solidFill>
                  <a:srgbClr val="000000"/>
                </a:solidFill>
                <a:latin typeface="W95FA"/>
                <a:ea typeface="W95FA"/>
                <a:cs typeface="W95FA"/>
              </a:defRPr>
            </a:pPr>
            <a:r>
              <a:rPr sz="1049" b="0">
                <a:solidFill>
                  <a:srgbClr val="000000"/>
                </a:solidFill>
                <a:latin typeface="W95FA"/>
                <a:ea typeface="W95FA"/>
                <a:cs typeface="W95FA"/>
              </a:rPr>
              <a:t>coding from scratch.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A3053-3419-4E38-AB4C-7EB8A938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00" y="2124000"/>
            <a:ext cx="37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49" b="0">
                <a:solidFill>
                  <a:srgbClr val="000000"/>
                </a:solidFill>
                <a:latin typeface="W95FA"/>
                <a:ea typeface="W95FA"/>
                <a:cs typeface="W95FA"/>
              </a:defRPr>
            </a:pPr>
            <a:r>
              <a:rPr sz="1049" b="0">
                <a:solidFill>
                  <a:srgbClr val="000000"/>
                </a:solidFill>
                <a:latin typeface="W95FA"/>
                <a:ea typeface="W95FA"/>
                <a:cs typeface="W95FA"/>
              </a:rPr>
              <a:t>You will learn Python fundamentals, explore real STEM</a:t>
            </a:r>
          </a:p>
          <a:p xmlns:a="http://schemas.openxmlformats.org/drawingml/2006/main">
            <a:pPr>
              <a:defRPr sz="1049" b="0">
                <a:solidFill>
                  <a:srgbClr val="000000"/>
                </a:solidFill>
                <a:latin typeface="W95FA"/>
                <a:ea typeface="W95FA"/>
                <a:cs typeface="W95FA"/>
              </a:defRPr>
            </a:pPr>
            <a:r>
              <a:rPr sz="1049" b="0">
                <a:solidFill>
                  <a:srgbClr val="000000"/>
                </a:solidFill>
                <a:latin typeface="W95FA"/>
                <a:ea typeface="W95FA"/>
                <a:cs typeface="W95FA"/>
              </a:rPr>
              <a:t>data and build and share a simple project.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3a3d58b824741"/>
          <a:stretch xmlns:a="http://schemas.openxmlformats.org/drawingml/2006/main"/>
        </p:blipFill>
        <p:spPr>
          <a:xfrm xmlns:a="http://schemas.openxmlformats.org/drawingml/2006/main">
            <a:off x="4140000" y="1487186"/>
            <a:ext cx="828000" cy="9496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600D3-9955-40A3-9CA9-90BF84F2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00" y="3204000"/>
            <a:ext cx="4824000" cy="12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BDB"/>
          </a:solidFill>
          <a:ln xmlns:a="http://schemas.openxmlformats.org/drawingml/2006/main" w="23400">
            <a:solidFill>
              <a:srgbClr val="00000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12487-0ADA-4BBF-8D7D-43E14B0D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2916000"/>
            <a:ext cx="2160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3975"/>
          </a:solidFill>
          <a:ln xmlns:a="http://schemas.openxmlformats.org/drawingml/2006/main" w="23400">
            <a:solidFill>
              <a:srgbClr val="00000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51D1D-73C5-472C-8C43-CB15B8A3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2952000"/>
            <a:ext cx="2016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59" b="1">
                <a:solidFill>
                  <a:srgbClr val="000000"/>
                </a:solidFill>
                <a:latin typeface="W95FA"/>
                <a:ea typeface="W95FA"/>
                <a:cs typeface="W95FA"/>
              </a:defRPr>
            </a:pPr>
            <a:r>
              <a:rPr sz="1559" b="1">
                <a:solidFill>
                  <a:srgbClr val="000000"/>
                </a:solidFill>
                <a:latin typeface="W95FA"/>
                <a:ea typeface="W95FA"/>
                <a:cs typeface="W95FA"/>
              </a:rPr>
              <a:t>Who is it for?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083A5-93DC-4993-A3F4-D40284E9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3564000"/>
            <a:ext cx="79200" cy="7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397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580792-0D3D-4A0C-8E15-B521DF93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3492000"/>
            <a:ext cx="338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35" b="0">
                <a:solidFill>
                  <a:srgbClr val="000000"/>
                </a:solidFill>
                <a:latin typeface="W95FA"/>
                <a:ea typeface="W95FA"/>
                <a:cs typeface="W95FA"/>
              </a:defRPr>
            </a:pPr>
            <a:r>
              <a:rPr sz="1035" b="0">
                <a:solidFill>
                  <a:srgbClr val="000000"/>
                </a:solidFill>
                <a:latin typeface="W95FA"/>
                <a:ea typeface="W95FA"/>
                <a:cs typeface="W95FA"/>
              </a:rPr>
              <a:t>STEM / NMES students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B7921-1BB6-4417-AB52-ACBF20C4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3801600"/>
            <a:ext cx="79200" cy="7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397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E93EF-8EBD-44EC-A0BB-D472621B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3729600"/>
            <a:ext cx="338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35" b="0">
                <a:solidFill>
                  <a:srgbClr val="000000"/>
                </a:solidFill>
                <a:latin typeface="W95FA"/>
                <a:ea typeface="W95FA"/>
                <a:cs typeface="W95FA"/>
              </a:defRPr>
            </a:pPr>
            <a:r>
              <a:rPr sz="1035" b="0">
                <a:solidFill>
                  <a:srgbClr val="000000"/>
                </a:solidFill>
                <a:latin typeface="W95FA"/>
                <a:ea typeface="W95FA"/>
                <a:cs typeface="W95FA"/>
              </a:rPr>
              <a:t>Complete beginners especially welcome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01864F-DFFC-47AF-A3B8-648ECCED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4039200"/>
            <a:ext cx="79200" cy="7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397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BF66B-2921-4650-BFB6-D723E216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3967200"/>
            <a:ext cx="338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35" b="0">
                <a:solidFill>
                  <a:srgbClr val="000000"/>
                </a:solidFill>
                <a:latin typeface="W95FA"/>
                <a:ea typeface="W95FA"/>
                <a:cs typeface="W95FA"/>
              </a:defRPr>
            </a:pPr>
            <a:r>
              <a:rPr sz="1035" b="0">
                <a:solidFill>
                  <a:srgbClr val="000000"/>
                </a:solidFill>
                <a:latin typeface="W95FA"/>
                <a:ea typeface="W95FA"/>
                <a:cs typeface="W95FA"/>
              </a:rPr>
              <a:t>Anyone who wants a low-pressure start to coding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331ae2f9d4bae"/>
          <a:stretch xmlns:a="http://schemas.openxmlformats.org/drawingml/2006/main"/>
        </p:blipFill>
        <p:spPr>
          <a:xfrm xmlns:a="http://schemas.openxmlformats.org/drawingml/2006/main">
            <a:off x="3924000" y="3317798"/>
            <a:ext cx="1044000" cy="888404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9B848-E9E3-4BCF-B4F9-4EC9ADD7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00" y="4932000"/>
            <a:ext cx="4824000" cy="15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BDB"/>
          </a:solidFill>
          <a:ln xmlns:a="http://schemas.openxmlformats.org/drawingml/2006/main" w="23400">
            <a:solidFill>
              <a:srgbClr val="00000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1248C-43CD-41FD-94F1-4C443A94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4644000"/>
            <a:ext cx="2664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EC7"/>
          </a:solidFill>
          <a:ln xmlns:a="http://schemas.openxmlformats.org/drawingml/2006/main" w="23400">
            <a:solidFill>
              <a:srgbClr val="00000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E997EC-0518-4328-9DEF-DCA52AC6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4680000"/>
            <a:ext cx="252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59" b="1">
                <a:solidFill>
                  <a:srgbClr val="000000"/>
                </a:solidFill>
                <a:latin typeface="W95FA"/>
                <a:ea typeface="W95FA"/>
                <a:cs typeface="W95FA"/>
              </a:defRPr>
            </a:pPr>
            <a:r>
              <a:rPr sz="1559" b="1">
                <a:solidFill>
                  <a:srgbClr val="000000"/>
                </a:solidFill>
                <a:latin typeface="W95FA"/>
                <a:ea typeface="W95FA"/>
                <a:cs typeface="W95FA"/>
              </a:rPr>
              <a:t>Where do I sign up?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9B851-7712-4D2D-82AD-AF79E0EC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00" y="5220000"/>
            <a:ext cx="280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34" b="0">
                <a:solidFill>
                  <a:srgbClr val="000000"/>
                </a:solidFill>
                <a:latin typeface="W95FA"/>
                <a:ea typeface="W95FA"/>
                <a:cs typeface="W95FA"/>
              </a:defRPr>
            </a:pPr>
            <a:r>
              <a:rPr sz="1134" b="0">
                <a:solidFill>
                  <a:srgbClr val="000000"/>
                </a:solidFill>
                <a:latin typeface="W95FA"/>
                <a:ea typeface="W95FA"/>
                <a:cs typeface="W95FA"/>
              </a:rPr>
              <a:t>Scan the QR code or visit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CEE48-D5BC-4B90-A1EA-0B05A97D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00" y="5544000"/>
            <a:ext cx="2484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3975"/>
          </a:solidFill>
          <a:ln xmlns:a="http://schemas.openxmlformats.org/drawingml/2006/main" w="23400">
            <a:solidFill>
              <a:srgbClr val="00000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E8704C-547C-4A86-83E0-3DEBBA61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5580000"/>
            <a:ext cx="23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8" b="1">
                <a:solidFill>
                  <a:srgbClr val="000000"/>
                </a:solidFill>
                <a:latin typeface="SF Mono"/>
                <a:ea typeface="SF Mono"/>
                <a:cs typeface="SF Mono"/>
              </a:defRPr>
            </a:pPr>
            <a:r>
              <a:rPr sz="978" b="1">
                <a:solidFill>
                  <a:srgbClr val="000000"/>
                </a:solidFill>
                <a:latin typeface="SF Mono"/>
                <a:ea typeface="SF Mono"/>
                <a:cs typeface="SF Mono"/>
              </a:rPr>
              <a:t>codecamp-kcl.pages.dev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8B4309-738F-42BB-B537-BE66183F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00" y="5940000"/>
            <a:ext cx="2772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34" b="0">
                <a:solidFill>
                  <a:srgbClr val="000000"/>
                </a:solidFill>
                <a:latin typeface="W95FA"/>
                <a:ea typeface="W95FA"/>
                <a:cs typeface="W95FA"/>
              </a:defRPr>
            </a:pPr>
            <a:r>
              <a:rPr sz="1134" b="0">
                <a:solidFill>
                  <a:srgbClr val="000000"/>
                </a:solidFill>
                <a:latin typeface="W95FA"/>
                <a:ea typeface="W95FA"/>
                <a:cs typeface="W95FA"/>
              </a:rPr>
              <a:t>to register your interest.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F6DCAC-AC64-4830-B034-6F69061C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00" y="4752000"/>
            <a:ext cx="1476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3975"/>
          </a:solidFill>
          <a:ln xmlns:a="http://schemas.openxmlformats.org/drawingml/2006/main" w="23400">
            <a:solidFill>
              <a:srgbClr val="000000"/>
            </a:solidFill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e96398935417c"/>
          <a:stretch xmlns:a="http://schemas.openxmlformats.org/drawingml/2006/main"/>
        </p:blipFill>
        <p:spPr>
          <a:xfrm xmlns:a="http://schemas.openxmlformats.org/drawingml/2006/main">
            <a:off x="3420000" y="4824000"/>
            <a:ext cx="1332000" cy="13320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B3B7F4-0EC5-43F2-911B-37F28CDA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000" y="6156000"/>
            <a:ext cx="136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000000"/>
                </a:solidFill>
                <a:latin typeface="W95FA"/>
                <a:ea typeface="W95FA"/>
                <a:cs typeface="W95FA"/>
              </a:defRPr>
            </a:pPr>
            <a:r>
              <a:rPr sz="765" b="1">
                <a:solidFill>
                  <a:srgbClr val="000000"/>
                </a:solidFill>
                <a:latin typeface="W95FA"/>
                <a:ea typeface="W95FA"/>
                <a:cs typeface="W95FA"/>
              </a:rPr>
              <a:t>Register your interest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A2163B-4546-4BA5-98BB-E4D8CF8A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" y="6768000"/>
            <a:ext cx="2304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64" b="0">
                <a:solidFill>
                  <a:srgbClr val="FEFBDB"/>
                </a:solidFill>
                <a:latin typeface="SF Mono"/>
                <a:ea typeface="SF Mono"/>
                <a:cs typeface="SF Mono"/>
              </a:defRPr>
            </a:pPr>
            <a:r>
              <a:rPr sz="964" b="0">
                <a:solidFill>
                  <a:srgbClr val="FEFBDB"/>
                </a:solidFill>
                <a:latin typeface="SF Mono"/>
                <a:ea typeface="SF Mono"/>
                <a:cs typeface="SF Mono"/>
              </a:rPr>
              <a:t>Same curiosity.</a:t>
            </a:r>
          </a:p>
          <a:p xmlns:a="http://schemas.openxmlformats.org/drawingml/2006/main">
            <a:pPr>
              <a:defRPr sz="964" b="0">
                <a:solidFill>
                  <a:srgbClr val="FEFBDB"/>
                </a:solidFill>
                <a:latin typeface="SF Mono"/>
                <a:ea typeface="SF Mono"/>
                <a:cs typeface="SF Mono"/>
              </a:defRPr>
            </a:pPr>
            <a:r>
              <a:rPr sz="964" b="0">
                <a:solidFill>
                  <a:srgbClr val="FEFBDB"/>
                </a:solidFill>
                <a:latin typeface="SF Mono"/>
                <a:ea typeface="SF Mono"/>
                <a:cs typeface="SF Mono"/>
              </a:rPr>
              <a:t>Brighter futures.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F6A233-F224-4E68-AA13-CA727454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00" y="7236000"/>
            <a:ext cx="468000" cy="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EC7"/>
          </a:solidFill>
          <a:ln xmlns:a="http://schemas.openxmlformats.org/drawingml/2006/main" w="0">
            <a:noFill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7f7c246064a02"/>
          <a:stretch xmlns:a="http://schemas.openxmlformats.org/drawingml/2006/main"/>
        </p:blipFill>
        <p:spPr>
          <a:xfrm xmlns:a="http://schemas.openxmlformats.org/drawingml/2006/main">
            <a:off x="2700000" y="6778616"/>
            <a:ext cx="2232000" cy="4107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518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2026-09-18T09:52:24.4080000Z</dcterms:created>
  <dcterms:modified xsi:type="dcterms:W3CDTF">2026-09-18T09:52:24.4080000Z</dcterms:modified>
</coreProperties>
</file>