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f439152f844d6" /><Relationship Type="http://schemas.openxmlformats.org/officeDocument/2006/relationships/extended-properties" Target="/docProps/app.xml" Id="Ra918d3461d614a6c" /><Relationship Type="http://schemas.openxmlformats.org/officeDocument/2006/relationships/officeDocument" Target="/ppt/presentation.xml" Id="R099bb15d8947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0767967c54575"/>
  </p:sldMasterIdLst>
  <p:notesMasterIdLst>
    <p:notesMasterId xmlns:r="http://schemas.openxmlformats.org/officeDocument/2006/relationships" r:id="Rd266ed5e95834460"/>
  </p:notesMasterIdLst>
  <p:sldIdLst>
    <p:sldId xmlns:r="http://schemas.openxmlformats.org/officeDocument/2006/relationships" id="256" r:id="Rb5f771f4bfde4cc1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2d15f41204349" /><Relationship Type="http://schemas.openxmlformats.org/officeDocument/2006/relationships/slideMaster" Target="/ppt/slideMasters/slideMaster1.xml" Id="R0aa0767967c54575" /><Relationship Type="http://schemas.openxmlformats.org/officeDocument/2006/relationships/notesMaster" Target="/ppt/notesMasters/notesMaster1.xml" Id="Rd266ed5e95834460" /><Relationship Type="http://schemas.openxmlformats.org/officeDocument/2006/relationships/presProps" Target="/ppt/presProps.xml" Id="Rd5e9b48fb2944356" /><Relationship Type="http://schemas.openxmlformats.org/officeDocument/2006/relationships/tableStyles" Target="/ppt/tableStyles.xml" Id="R5398c6a90be3430b" /><Relationship Type="http://schemas.openxmlformats.org/officeDocument/2006/relationships/slide" Target="/ppt/slides/slide1.xml" Id="Rb5f771f4bfde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5b19fb56c4a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1da3eef7e4a11" /><Relationship Type="http://schemas.openxmlformats.org/officeDocument/2006/relationships/notesMaster" Target="/ppt/notesMasters/notesMaster1.xml" Id="R05b1ef17e6404d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and visual identity adapted from 20260709 CodeCamp ICEA Faculty Pitch.pptx. Landing page: https://codecamp-kcl.pages.dev. Finished trim size, no bleed. Text is editable. Original computer artwork and QR code are replaceable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b612b7869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36841c7fa4c6b" /><Relationship Type="http://schemas.openxmlformats.org/officeDocument/2006/relationships/slideLayout" Target="/ppt/slideLayouts/slideLayout1.xml" Id="R518b88cdcb7f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b88cdcb7f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60f11e9454380" /><Relationship Type="http://schemas.openxmlformats.org/officeDocument/2006/relationships/image" Target="/ppt/media/image.png" Id="Re281874d73b14b39" /><Relationship Type="http://schemas.openxmlformats.org/officeDocument/2006/relationships/image" Target="/ppt/media/image2.png" Id="R00beec96e5714e5e" /><Relationship Type="http://schemas.openxmlformats.org/officeDocument/2006/relationships/image" Target="/ppt/media/image3.png" Id="R95b035efee944c24" /><Relationship Type="http://schemas.openxmlformats.org/officeDocument/2006/relationships/image" Target="/ppt/media/image4.png" Id="R048f5811d2a74fd8" /><Relationship Type="http://schemas.openxmlformats.org/officeDocument/2006/relationships/image" Target="/ppt/media/image5.png" Id="R65ad70ed2bde4def" /><Relationship Type="http://schemas.openxmlformats.org/officeDocument/2006/relationships/notesSlide" Target="/ppt/notesSlides/notesSlide1.xml" Id="Ree541f8af1d0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1874d73b14b39"/>
          <a:stretch xmlns:a="http://schemas.openxmlformats.org/drawingml/2006/main"/>
        </p:blipFill>
        <p:spPr>
          <a:xfrm xmlns:a="http://schemas.openxmlformats.org/drawingml/2006/main">
            <a:off x="108000" y="2597760"/>
            <a:ext cx="1728000" cy="222048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eec96e5714e5e"/>
          <a:stretch xmlns:a="http://schemas.openxmlformats.org/drawingml/2006/main"/>
        </p:blipFill>
        <p:spPr>
          <a:xfrm xmlns:a="http://schemas.openxmlformats.org/drawingml/2006/main">
            <a:off x="9288000" y="3384468"/>
            <a:ext cx="1404000" cy="273506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035efee944c24"/>
          <a:stretch xmlns:a="http://schemas.openxmlformats.org/drawingml/2006/main"/>
        </p:blipFill>
        <p:spPr>
          <a:xfrm xmlns:a="http://schemas.openxmlformats.org/drawingml/2006/main">
            <a:off x="8676000" y="10800000"/>
            <a:ext cx="1692000" cy="169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54D6B-C5AA-410A-B255-8221F033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40000"/>
            <a:ext cx="954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52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4252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Make coding a</a:t>
            </a:r>
          </a:p>
          <a:p xmlns:a="http://schemas.openxmlformats.org/drawingml/2006/main">
            <a:pPr>
              <a:defRPr sz="4252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4252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STEM superpower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f5811d2a74fd8"/>
          <a:stretch xmlns:a="http://schemas.openxmlformats.org/drawingml/2006/main"/>
        </p:blipFill>
        <p:spPr>
          <a:xfrm xmlns:a="http://schemas.openxmlformats.org/drawingml/2006/main">
            <a:off x="2418394" y="2232000"/>
            <a:ext cx="5855212" cy="5256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7D824-2494-41F1-B93E-3930565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848000"/>
            <a:ext cx="9360000" cy="13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02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3402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A 5-week practical</a:t>
            </a:r>
          </a:p>
          <a:p xmlns:a="http://schemas.openxmlformats.org/drawingml/2006/main">
            <a:pPr>
              <a:defRPr sz="3402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3402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Python programme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648E0-A110-46D9-8076-3AB68A5B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9504000"/>
            <a:ext cx="936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28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1928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An inclusive, low-pressure way for</a:t>
            </a:r>
          </a:p>
          <a:p xmlns:a="http://schemas.openxmlformats.org/drawingml/2006/main">
            <a:pPr>
              <a:defRPr sz="1928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1928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STEM students to start coding.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2E6A7-1132-4206-BEBB-CFEA86FF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0908000"/>
            <a:ext cx="93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68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2268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Code with 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9990-7803-4B24-A8D7-6971B98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1520000"/>
            <a:ext cx="9360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8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98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Become independent learners</a:t>
            </a:r>
          </a:p>
          <a:p xmlns:a="http://schemas.openxmlformats.org/drawingml/2006/main">
            <a:pPr>
              <a:defRPr sz="198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98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Expand career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C642-CBD4-46D7-B89C-00576963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24000"/>
            <a:ext cx="10692000" cy="21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d70ed2bde4def"/>
          <a:stretch xmlns:a="http://schemas.openxmlformats.org/drawingml/2006/main"/>
        </p:blipFill>
        <p:spPr>
          <a:xfrm xmlns:a="http://schemas.openxmlformats.org/drawingml/2006/main">
            <a:off x="8424000" y="13212000"/>
            <a:ext cx="1620000" cy="1620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CF391-124F-45EA-AB2C-4267EA4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3212000"/>
            <a:ext cx="7452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35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2835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Explore CodeCamp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D9E52-0D90-4E61-8BB7-D146193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3824000"/>
            <a:ext cx="730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59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1559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Scan for programme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1524D-125A-4871-B85E-66C0E35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400000"/>
            <a:ext cx="74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59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1559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codecamp-kcl.pages.dev</a:t>
            </a:r>
          </a:p>
        </p:txBody>
      </p:sp>
    </p:spTree>
    <p:extLst>
      <p:ext uri="{BB962C8B-B14F-4D97-AF65-F5344CB8AC3E}">
        <p14:creationId xmlns:p14="http://schemas.microsoft.com/office/powerpoint/2010/main" val="1456850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2026-09-17T23:58:51.8190000Z</dcterms:created>
  <dcterms:modified xsi:type="dcterms:W3CDTF">2026-09-17T23:58:51.8190000Z</dcterms:modified>
</coreProperties>
</file>