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a4ffa3efa4eda" /><Relationship Type="http://schemas.openxmlformats.org/officeDocument/2006/relationships/extended-properties" Target="/docProps/app.xml" Id="R05a6d8a5a2f843e3" /><Relationship Type="http://schemas.openxmlformats.org/officeDocument/2006/relationships/officeDocument" Target="/ppt/presentation.xml" Id="R96782fa3b06642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3c829f03e421e"/>
  </p:sldMasterIdLst>
  <p:notesMasterIdLst>
    <p:notesMasterId xmlns:r="http://schemas.openxmlformats.org/officeDocument/2006/relationships" r:id="R7b55b93ebc47436a"/>
  </p:notesMasterIdLst>
  <p:sldIdLst>
    <p:sldId xmlns:r="http://schemas.openxmlformats.org/officeDocument/2006/relationships" id="256" r:id="R23e524d25fef4ccf"/>
    <p:sldId xmlns:r="http://schemas.openxmlformats.org/officeDocument/2006/relationships" id="257" r:id="R5aaa6feb5d394254"/>
  </p:sldIdLst>
  <p:sldSz cx="5328000" cy="75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05a126b776416c" /><Relationship Type="http://schemas.openxmlformats.org/officeDocument/2006/relationships/slideMaster" Target="/ppt/slideMasters/slideMaster1.xml" Id="Rd683c829f03e421e" /><Relationship Type="http://schemas.openxmlformats.org/officeDocument/2006/relationships/notesMaster" Target="/ppt/notesMasters/notesMaster1.xml" Id="R7b55b93ebc47436a" /><Relationship Type="http://schemas.openxmlformats.org/officeDocument/2006/relationships/presProps" Target="/ppt/presProps.xml" Id="R7db1290270384abe" /><Relationship Type="http://schemas.openxmlformats.org/officeDocument/2006/relationships/tableStyles" Target="/ppt/tableStyles.xml" Id="Rf11bc683237a4681" /><Relationship Type="http://schemas.openxmlformats.org/officeDocument/2006/relationships/slide" Target="/ppt/slides/slide1.xml" Id="R23e524d25fef4ccf" /><Relationship Type="http://schemas.openxmlformats.org/officeDocument/2006/relationships/slide" Target="/ppt/slides/slide2.xml" Id="R5aaa6feb5d3942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76d9b367e54b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278e1addb44c9a" /><Relationship Type="http://schemas.openxmlformats.org/officeDocument/2006/relationships/notesMaster" Target="/ppt/notesMasters/notesMaster1.xml" Id="Rdd474925e9054d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fe15f8dcdf4cb2" /><Relationship Type="http://schemas.openxmlformats.org/officeDocument/2006/relationships/notesMaster" Target="/ppt/notesMasters/notesMaster1.xml" Id="Rc7d57af6291543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and visual identity adapted from 20260709 CodeCamp ICEA Faculty Pitch.pptx. Landing page: https://codecamp-kcl.pages.dev. Finished trim size, no bleed. Text is editable. Original computer artwork and QR code are replaceable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and visual identity adapted from 20260709 CodeCamp ICEA Faculty Pitch.pptx. Landing page: https://codecamp-kcl.pages.dev. Finished trim size, no bleed. Text is editable. Original computer artwork and QR code are replaceable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a1cceac254d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4324504418450d" /><Relationship Type="http://schemas.openxmlformats.org/officeDocument/2006/relationships/slideLayout" Target="/ppt/slideLayouts/slideLayout1.xml" Id="R8f62c642f04846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62c642f04846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decedf4354ee9" /><Relationship Type="http://schemas.openxmlformats.org/officeDocument/2006/relationships/image" Target="/ppt/media/image.png" Id="R6607a3ace8a94ffd" /><Relationship Type="http://schemas.openxmlformats.org/officeDocument/2006/relationships/image" Target="/ppt/media/image2.png" Id="Rf3a90e652c1b442c" /><Relationship Type="http://schemas.openxmlformats.org/officeDocument/2006/relationships/image" Target="/ppt/media/image3.png" Id="R7061405f6e9d40a4" /><Relationship Type="http://schemas.openxmlformats.org/officeDocument/2006/relationships/image" Target="/ppt/media/image4.png" Id="R91266e75f60c46d6" /><Relationship Type="http://schemas.openxmlformats.org/officeDocument/2006/relationships/image" Target="/ppt/media/image5.png" Id="R3811275b9e294321" /><Relationship Type="http://schemas.openxmlformats.org/officeDocument/2006/relationships/notesSlide" Target="/ppt/notesSlides/notesSlide1.xml" Id="R69a7e4dd823343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6f6f5c7a1408f" /><Relationship Type="http://schemas.openxmlformats.org/officeDocument/2006/relationships/image" Target="/ppt/media/image6.png" Id="R921f2a7e39c7467a" /><Relationship Type="http://schemas.openxmlformats.org/officeDocument/2006/relationships/image" Target="/ppt/media/image7.png" Id="Ree3db7e0b25e4283" /><Relationship Type="http://schemas.openxmlformats.org/officeDocument/2006/relationships/notesSlide" Target="/ppt/notesSlides/notesSlide2.xml" Id="R4644297d9a934c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7a3ace8a94ffd"/>
          <a:stretch xmlns:a="http://schemas.openxmlformats.org/drawingml/2006/main"/>
        </p:blipFill>
        <p:spPr>
          <a:xfrm xmlns:a="http://schemas.openxmlformats.org/drawingml/2006/main">
            <a:off x="37751" y="1512000"/>
            <a:ext cx="896498" cy="1152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90e652c1b442c"/>
          <a:stretch xmlns:a="http://schemas.openxmlformats.org/drawingml/2006/main"/>
        </p:blipFill>
        <p:spPr>
          <a:xfrm xmlns:a="http://schemas.openxmlformats.org/drawingml/2006/main">
            <a:off x="4536000" y="1874571"/>
            <a:ext cx="792000" cy="1542857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1405f6e9d40a4"/>
          <a:stretch xmlns:a="http://schemas.openxmlformats.org/drawingml/2006/main"/>
        </p:blipFill>
        <p:spPr>
          <a:xfrm xmlns:a="http://schemas.openxmlformats.org/drawingml/2006/main">
            <a:off x="4356000" y="5112000"/>
            <a:ext cx="756000" cy="756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A6E78-11AC-4871-AEEC-14E03DD1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324000"/>
            <a:ext cx="4752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98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2098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Make coding a</a:t>
            </a:r>
          </a:p>
          <a:p xmlns:a="http://schemas.openxmlformats.org/drawingml/2006/main">
            <a:pPr>
              <a:defRPr sz="2098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2098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STEM superpower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66e75f60c46d6"/>
          <a:stretch xmlns:a="http://schemas.openxmlformats.org/drawingml/2006/main"/>
        </p:blipFill>
        <p:spPr>
          <a:xfrm xmlns:a="http://schemas.openxmlformats.org/drawingml/2006/main">
            <a:off x="1224000" y="1371367"/>
            <a:ext cx="2880000" cy="258526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2A9F0-AC3B-4161-BDD4-370E5076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4176000"/>
            <a:ext cx="468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14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1814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A 5-week practical</a:t>
            </a:r>
          </a:p>
          <a:p xmlns:a="http://schemas.openxmlformats.org/drawingml/2006/main">
            <a:pPr>
              <a:defRPr sz="1814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1814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Python programme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6E7E3-2B1D-4B00-B1FE-885B161A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5184000"/>
            <a:ext cx="4752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50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50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An inclusive, low-pressure way</a:t>
            </a:r>
          </a:p>
          <a:p xmlns:a="http://schemas.openxmlformats.org/drawingml/2006/main">
            <a:pPr>
              <a:defRPr sz="950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50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for STEM students to start coding.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29F59-800C-4392-9810-0E74E577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2000"/>
            <a:ext cx="5328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3975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1275b9e294321"/>
          <a:stretch xmlns:a="http://schemas.openxmlformats.org/drawingml/2006/main"/>
        </p:blipFill>
        <p:spPr>
          <a:xfrm xmlns:a="http://schemas.openxmlformats.org/drawingml/2006/main">
            <a:off x="3888000" y="6408000"/>
            <a:ext cx="1044000" cy="104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C94EE-9A2D-43BA-8F50-8E49A034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6444000"/>
            <a:ext cx="345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46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446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Explore CodeCamp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59EF8-A146-4981-8870-98C542E7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6840000"/>
            <a:ext cx="3312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7" b="0">
                <a:solidFill>
                  <a:srgbClr val="000000"/>
                </a:solidFill>
                <a:latin typeface="SF Mono"/>
                <a:ea typeface="SF Mono"/>
                <a:cs typeface="SF Mono"/>
              </a:defRPr>
            </a:pPr>
            <a:r>
              <a:rPr sz="907" b="0">
                <a:solidFill>
                  <a:srgbClr val="000000"/>
                </a:solidFill>
                <a:latin typeface="SF Mono"/>
                <a:ea typeface="SF Mono"/>
                <a:cs typeface="SF Mono"/>
              </a:rPr>
              <a:t>Scan for details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E78B3-C80B-465C-9169-B57D2884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7200000"/>
            <a:ext cx="345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5" b="0">
                <a:solidFill>
                  <a:srgbClr val="000000"/>
                </a:solidFill>
                <a:latin typeface="SF Mono"/>
                <a:ea typeface="SF Mono"/>
                <a:cs typeface="SF Mono"/>
              </a:defRPr>
            </a:pPr>
            <a:r>
              <a:rPr sz="865" b="0">
                <a:solidFill>
                  <a:srgbClr val="000000"/>
                </a:solidFill>
                <a:latin typeface="SF Mono"/>
                <a:ea typeface="SF Mono"/>
                <a:cs typeface="SF Mono"/>
              </a:rPr>
              <a:t>codecamp-kcl.pages.dev</a:t>
            </a:r>
          </a:p>
        </p:txBody>
      </p:sp>
    </p:spTree>
    <p:extLst>
      <p:ext uri="{BB962C8B-B14F-4D97-AF65-F5344CB8AC3E}">
        <p14:creationId xmlns:p14="http://schemas.microsoft.com/office/powerpoint/2010/main" val="2117071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f2a7e39c7467a"/>
          <a:stretch xmlns:a="http://schemas.openxmlformats.org/drawingml/2006/main"/>
        </p:blipFill>
        <p:spPr>
          <a:xfrm xmlns:a="http://schemas.openxmlformats.org/drawingml/2006/main">
            <a:off x="4356000" y="252270"/>
            <a:ext cx="756000" cy="97146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db7e0b25e4283"/>
          <a:stretch xmlns:a="http://schemas.openxmlformats.org/drawingml/2006/main"/>
        </p:blipFill>
        <p:spPr>
          <a:xfrm xmlns:a="http://schemas.openxmlformats.org/drawingml/2006/main">
            <a:off x="4663080" y="4824000"/>
            <a:ext cx="609840" cy="118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CF55D-FAC7-4D60-8614-74AB3919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324000"/>
            <a:ext cx="46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84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1984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CODECAMP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B38AD-6AA1-4CEA-B168-EDFB1FD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900000"/>
            <a:ext cx="468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99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1899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What you’ll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FA0F6-266E-4885-9E4D-5B6E3E92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1620000"/>
            <a:ext cx="46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93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893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WEEKS 1-3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8B426-1532-42B0-AFC4-7CA25DEC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1908000"/>
            <a:ext cx="46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74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1474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Python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B87E3-28DE-47C8-B8C8-2AB31864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2304000"/>
            <a:ext cx="475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7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07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Core programming concepts,</a:t>
            </a:r>
          </a:p>
          <a:p xmlns:a="http://schemas.openxmlformats.org/drawingml/2006/main">
            <a:pPr>
              <a:defRPr sz="907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07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functions, data structures,</a:t>
            </a:r>
          </a:p>
          <a:p xmlns:a="http://schemas.openxmlformats.org/drawingml/2006/main">
            <a:pPr>
              <a:defRPr sz="907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07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debugging and good coding habits.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89DF7-6A01-48A5-803E-AD584391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3060000"/>
            <a:ext cx="46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93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893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WEEK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2B56-07F4-4A92-95D2-AA1E0080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3348000"/>
            <a:ext cx="46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74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1474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Data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0D563-3311-437E-A25D-230C384A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3744000"/>
            <a:ext cx="475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7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07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Clean, analyse and visualise</a:t>
            </a:r>
          </a:p>
          <a:p xmlns:a="http://schemas.openxmlformats.org/drawingml/2006/main">
            <a:pPr>
              <a:defRPr sz="907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07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real STEM datasets with Python.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21498-CE21-46C8-8A80-C57CB950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4500000"/>
            <a:ext cx="46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93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893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WEEK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18D44-43BB-49BC-B5B8-AD9700C3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4788000"/>
            <a:ext cx="46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74" b="0">
                <a:solidFill>
                  <a:srgbClr val="FEFBDB"/>
                </a:solidFill>
                <a:latin typeface="W95FA"/>
                <a:ea typeface="W95FA"/>
                <a:cs typeface="W95FA"/>
              </a:defRPr>
            </a:pPr>
            <a:r>
              <a:rPr sz="1474" b="0">
                <a:solidFill>
                  <a:srgbClr val="FEFBDB"/>
                </a:solidFill>
                <a:latin typeface="W95FA"/>
                <a:ea typeface="W95FA"/>
                <a:cs typeface="W95FA"/>
              </a:rPr>
              <a:t>Build &amp; share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C863D-53E2-4DD7-A78B-6FA54F9A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5184000"/>
            <a:ext cx="475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7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07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Use GitHub and simple deployment</a:t>
            </a:r>
          </a:p>
          <a:p xmlns:a="http://schemas.openxmlformats.org/drawingml/2006/main">
            <a:pPr>
              <a:defRPr sz="907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07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tools to publish and share</a:t>
            </a:r>
          </a:p>
          <a:p xmlns:a="http://schemas.openxmlformats.org/drawingml/2006/main">
            <a:pPr>
              <a:defRPr sz="907" b="0">
                <a:solidFill>
                  <a:srgbClr val="FEFBDB"/>
                </a:solidFill>
                <a:latin typeface="SF Mono"/>
                <a:ea typeface="SF Mono"/>
                <a:cs typeface="SF Mono"/>
              </a:defRPr>
            </a:pPr>
            <a:r>
              <a:rPr sz="907" b="0">
                <a:solidFill>
                  <a:srgbClr val="FEFBDB"/>
                </a:solidFill>
                <a:latin typeface="SF Mono"/>
                <a:ea typeface="SF Mono"/>
                <a:cs typeface="SF Mono"/>
              </a:rPr>
              <a:t>a working Python project.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32575-B917-4FB2-874B-998BCC6F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84000"/>
            <a:ext cx="5328000" cy="1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BD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B69A6-1ED6-4D6C-A855-07CF4994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6300000"/>
            <a:ext cx="468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2" b="0">
                <a:solidFill>
                  <a:srgbClr val="000000"/>
                </a:solidFill>
                <a:latin typeface="W95FA"/>
                <a:ea typeface="W95FA"/>
                <a:cs typeface="W95FA"/>
              </a:defRPr>
            </a:pPr>
            <a:r>
              <a:rPr sz="1502" b="0">
                <a:solidFill>
                  <a:srgbClr val="000000"/>
                </a:solidFill>
                <a:latin typeface="W95FA"/>
                <a:ea typeface="W95FA"/>
                <a:cs typeface="W95FA"/>
              </a:rPr>
              <a:t>Code with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5D50D-8ACD-43B0-86D4-F21518AF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6732000"/>
            <a:ext cx="46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64" b="0">
                <a:solidFill>
                  <a:srgbClr val="000000"/>
                </a:solidFill>
                <a:latin typeface="SF Mono"/>
                <a:ea typeface="SF Mono"/>
                <a:cs typeface="SF Mono"/>
              </a:defRPr>
            </a:pPr>
            <a:r>
              <a:rPr sz="964" b="0">
                <a:solidFill>
                  <a:srgbClr val="000000"/>
                </a:solidFill>
                <a:latin typeface="SF Mono"/>
                <a:ea typeface="SF Mono"/>
                <a:cs typeface="SF Mono"/>
              </a:rPr>
              <a:t>Build skills to learn new tools</a:t>
            </a:r>
          </a:p>
          <a:p xmlns:a="http://schemas.openxmlformats.org/drawingml/2006/main">
            <a:pPr>
              <a:defRPr sz="964" b="0">
                <a:solidFill>
                  <a:srgbClr val="000000"/>
                </a:solidFill>
                <a:latin typeface="SF Mono"/>
                <a:ea typeface="SF Mono"/>
                <a:cs typeface="SF Mono"/>
              </a:defRPr>
            </a:pPr>
            <a:r>
              <a:rPr sz="964" b="0">
                <a:solidFill>
                  <a:srgbClr val="000000"/>
                </a:solidFill>
                <a:latin typeface="SF Mono"/>
                <a:ea typeface="SF Mono"/>
                <a:cs typeface="SF Mono"/>
              </a:rPr>
              <a:t>and expand your career options.</a:t>
            </a:r>
          </a:p>
        </p:txBody>
      </p:sp>
    </p:spTree>
    <p:extLst>
      <p:ext uri="{BB962C8B-B14F-4D97-AF65-F5344CB8AC3E}">
        <p14:creationId xmlns:p14="http://schemas.microsoft.com/office/powerpoint/2010/main" val="517305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2026-09-17T23:58:53.3170000Z</dcterms:created>
  <dcterms:modified xsi:type="dcterms:W3CDTF">2026-09-17T23:58:53.3170000Z</dcterms:modified>
</coreProperties>
</file>